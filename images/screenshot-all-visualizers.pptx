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ED791B-4450-4B12-9024-E7EEA255CB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544055-90DD-4433-897B-9C15A85FC8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87638FF-37FE-4742-B456-5693E84929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EB6C726-5805-452F-86AE-F9201F7216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888E0E9-CDE9-43B6-92F9-5B5BE99994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96A0ECC-A47B-4E24-9A4C-9DB41B4485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421AE7D-02C7-46F3-BFC3-58B1E797A1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7A56CAD-49FA-4E2A-AA0D-CA9DD2588E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787ED8B-9E89-4F13-A6A2-025F0B202D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C48B9C3-68CF-46D2-9938-3DF3341A68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A9440BB-E4E4-4338-9FCF-76BAC2CE9A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0634A4-A03E-43C7-8135-99971F3A0AA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C8F1E1-4CAD-42BF-9ED2-CCF0CCBAF69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6D5A7A-FDE8-409E-89F8-6AEF66F4448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614D35-FF11-4A64-B0CD-15B53601DBB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017A5F-27C3-4E87-B48A-E8EB91478C4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49AD82-B29B-42EE-B883-A5C35E6A28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30E682-E190-4477-A23C-7B7686A522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213853-550D-4436-9B3F-6AC7D969BA2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526F06-0D7A-4CB1-8144-3756A76D91D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BA27C1-29E0-42B3-81F0-E7CAC6E142C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65370F-CD4F-4B47-BED1-A783C8D441D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 rot="20700000">
            <a:off x="1049040" y="672840"/>
            <a:ext cx="5266800" cy="5266800"/>
          </a:xfrm>
          <a:prstGeom prst="rect">
            <a:avLst/>
          </a:prstGeom>
          <a:ln w="0">
            <a:noFill/>
          </a:ln>
        </p:spPr>
      </p:pic>
      <p:pic>
        <p:nvPicPr>
          <p:cNvPr id="68" name="" descr=""/>
          <p:cNvPicPr/>
          <p:nvPr/>
        </p:nvPicPr>
        <p:blipFill>
          <a:blip r:embed="rId2"/>
          <a:stretch/>
        </p:blipFill>
        <p:spPr>
          <a:xfrm rot="21300000">
            <a:off x="2276640" y="445680"/>
            <a:ext cx="5216400" cy="5266800"/>
          </a:xfrm>
          <a:prstGeom prst="rect">
            <a:avLst/>
          </a:prstGeom>
          <a:ln w="0">
            <a:noFill/>
          </a:ln>
        </p:spPr>
      </p:pic>
      <p:pic>
        <p:nvPicPr>
          <p:cNvPr id="69" name="" descr=""/>
          <p:cNvPicPr/>
          <p:nvPr/>
        </p:nvPicPr>
        <p:blipFill>
          <a:blip r:embed="rId3"/>
          <a:stretch/>
        </p:blipFill>
        <p:spPr>
          <a:xfrm rot="300000">
            <a:off x="3839040" y="446400"/>
            <a:ext cx="5229000" cy="5266800"/>
          </a:xfrm>
          <a:prstGeom prst="rect">
            <a:avLst/>
          </a:prstGeom>
          <a:ln w="0">
            <a:noFill/>
          </a:ln>
        </p:spPr>
      </p:pic>
      <p:pic>
        <p:nvPicPr>
          <p:cNvPr id="70" name="" descr=""/>
          <p:cNvPicPr/>
          <p:nvPr/>
        </p:nvPicPr>
        <p:blipFill>
          <a:blip r:embed="rId4"/>
          <a:stretch/>
        </p:blipFill>
        <p:spPr>
          <a:xfrm rot="900000">
            <a:off x="5849640" y="685800"/>
            <a:ext cx="5266800" cy="5266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2019-01-21T12:48:51Z</dcterms:created>
  <dc:creator>Carter, Nathan</dc:creator>
  <dc:description/>
  <dc:language>en-US</dc:language>
  <cp:lastModifiedBy/>
  <dcterms:modified xsi:type="dcterms:W3CDTF">2026-04-09T00:52:18Z</dcterms:modified>
  <cp:revision>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